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1" r:id="rId9"/>
    <p:sldId id="264" r:id="rId10"/>
    <p:sldId id="263" r:id="rId11"/>
    <p:sldId id="262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2E"/>
    <a:srgbClr val="B01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12/2/2021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468500" y="3246120"/>
            <a:ext cx="45704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(Capstone Presentation)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5568" y="2230457"/>
            <a:ext cx="99389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 smtClean="0">
                <a:latin typeface="Verdana" panose="020B0604030504040204" pitchFamily="34" charset="0"/>
                <a:ea typeface="Verdana" panose="020B0604030504040204" pitchFamily="34" charset="0"/>
              </a:rPr>
              <a:t>Customer Churn Analysis</a:t>
            </a:r>
            <a:endParaRPr lang="en-IN" sz="6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0" y="5138928"/>
            <a:ext cx="3040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 Deepti Agrawal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09560" y="5806440"/>
            <a:ext cx="3772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PGPDSBA Nov 2020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29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832104"/>
            <a:ext cx="8856079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What is Churn and Why should we analyze it???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2457" y="2121848"/>
            <a:ext cx="117317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 is a problem for most industries because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it’s more expensive to acquire a new customer than to sell more to an existing client. </a:t>
            </a: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2457" y="3719369"/>
            <a:ext cx="114501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 prediction consists of identifying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what portion of your customers leave over a period of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time or cancels a subscription.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It helps businesses understand why customers don’t return for repeat business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 This analysis helps in increasing profits, improving customer experience,  optimize products and services and retain customers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29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48640" y="969264"/>
            <a:ext cx="3360215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Business Problem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114391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An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E-Commerce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company or DTH provider is facing a lot of competition in the current market and it has become a challenge to retain the existing customers in the current situation. Hence, the company wants to develop a model through which they can do churn prediction of the accounts and provide segmented offers to the potential churners. In this company, account churn is a major thing because 1 account can have multiple customers. Hence by losing one account the company might be losing more than one customer.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51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5899115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Let’s have a look at our dataset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7" y="1680843"/>
            <a:ext cx="7916923" cy="18670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7" y="3784509"/>
            <a:ext cx="7916923" cy="19072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797" y="5928360"/>
            <a:ext cx="109121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We have details of approx. 11260 customers over 19 attributes along with their Churn rate(0 or 1)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822" y="1680843"/>
            <a:ext cx="2652145" cy="401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6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4727576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Modelling Approach Used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5174" y="1581912"/>
            <a:ext cx="113568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Verdana" panose="020B0604030504040204" pitchFamily="34" charset="0"/>
                <a:ea typeface="Verdana" panose="020B0604030504040204" pitchFamily="34" charset="0"/>
              </a:rPr>
              <a:t>Historical Dataset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: where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we know which clients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left (Churn:1)and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which did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not(Churn:0) in the past.</a:t>
            </a:r>
          </a:p>
          <a:p>
            <a:pPr algn="just"/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Verdana" panose="020B0604030504040204" pitchFamily="34" charset="0"/>
                <a:ea typeface="Verdana" panose="020B0604030504040204" pitchFamily="34" charset="0"/>
              </a:rPr>
              <a:t>Preparing the data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: transforming this raw information into structured data to enable our Machine Learning algorithms to process it.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Verdana" panose="020B0604030504040204" pitchFamily="34" charset="0"/>
                <a:ea typeface="Verdana" panose="020B0604030504040204" pitchFamily="34" charset="0"/>
              </a:rPr>
              <a:t>Predictive Modelling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: feeding the training data into various algorithms such as random forest classifier , logistic regression, adaptive boosting, XG Boost, etc.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u="sng" dirty="0" smtClean="0">
                <a:latin typeface="Verdana" panose="020B0604030504040204" pitchFamily="34" charset="0"/>
                <a:ea typeface="Verdana" panose="020B0604030504040204" pitchFamily="34" charset="0"/>
              </a:rPr>
              <a:t>Evaluation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: feature importance, finding out best model and providing executive summary and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64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" y="1668028"/>
            <a:ext cx="9185368" cy="49888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5733501"/>
            <a:ext cx="2185416" cy="923330"/>
          </a:xfrm>
          <a:prstGeom prst="rect">
            <a:avLst/>
          </a:prstGeom>
          <a:solidFill>
            <a:srgbClr val="001F2E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685797" y="777695"/>
            <a:ext cx="4727576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Modelling Approach Used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59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797" y="777695"/>
            <a:ext cx="3764172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Algorithm Approach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797" y="2094536"/>
            <a:ext cx="1056841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We run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regression analysis to determine the relationship between the target variable (churn) and other data points that influence churn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(tenure, account segment,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service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quality,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etc.), in weighted values. </a:t>
            </a: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This will provide information on whether variables have a positive or negative relationship with churn. A positive relationship indicates a higher probability for customers to leave and a negative relationship means that customers are less likely to churn.</a:t>
            </a:r>
          </a:p>
        </p:txBody>
      </p:sp>
    </p:spTree>
    <p:extLst>
      <p:ext uri="{BB962C8B-B14F-4D97-AF65-F5344CB8AC3E}">
        <p14:creationId xmlns:p14="http://schemas.microsoft.com/office/powerpoint/2010/main" val="268868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2635658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Analysis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5" y="2232365"/>
            <a:ext cx="6270045" cy="241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76272" y="4802351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Churn: 0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09032" y="4802351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Churn: 1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164595" y="3207311"/>
            <a:ext cx="1228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Tenure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75907" y="2814654"/>
            <a:ext cx="3602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Customers with lower Tenures Churn the most.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6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2635658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Analysis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23160" y="5855312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Churn: 0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2930" y="5855311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Churn: 1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392316" y="3947975"/>
            <a:ext cx="109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Count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37579" y="2322012"/>
            <a:ext cx="41587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ustomers who have churned mostly holds a Regular plus account.</a:t>
            </a:r>
          </a:p>
          <a:p>
            <a:pPr algn="just"/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Customers who have not churned mostly holds a Super account.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2322012"/>
            <a:ext cx="5541264" cy="33322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34031" y="1759820"/>
            <a:ext cx="4945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 as per account segment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3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2635658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Analysis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03704" y="5840174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Churn: 0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19114" y="5846476"/>
            <a:ext cx="15616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Churn: 1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 rot="16200000">
            <a:off x="-30659" y="3629941"/>
            <a:ext cx="2092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Complain_ly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24929" y="2814654"/>
            <a:ext cx="40416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The customers who have stayed are those who have not complained in the last 01 year.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2295145"/>
            <a:ext cx="5114919" cy="339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2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3684855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Important Features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7" y="2243948"/>
            <a:ext cx="6430192" cy="3087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8839" y="2858899"/>
            <a:ext cx="40677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Complain_ly and Tenure are the most important features, followed by Married customers and account_segment_Super.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77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5912068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Model Comparison on Test Data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7" y="2507520"/>
            <a:ext cx="7255209" cy="22747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6852" y="2507520"/>
            <a:ext cx="26745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XG boost model shows the best accuracy and performance metrics</a:t>
            </a: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373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4745210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Insights and Suggestions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6344" y="1920240"/>
            <a:ext cx="1122883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company should focus on giving discount or offers plans with long tenures because if a customer stays with a company for long they tend to become loyal users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eople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who have account segment as Super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have mostly stayed.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It can be because of many reasons like price, value it brings to the customer,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customizations,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etc. The company can make more such plans and promote to the customers of various demographics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 smtClean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</a:t>
            </a:r>
            <a:r>
              <a:rPr lang="en-US" sz="2400" dirty="0" smtClean="0"/>
              <a:t>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customers who churn more have a Regular plus account.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222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4745210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Insights and Suggestions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6344" y="1920240"/>
            <a:ext cx="112288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As the customers who have not complained have stayed, therefore, company should take feedback and suggestions within period of time and strive for better communication to prevent the customer from churning.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Churn rate is also somehow related to marital status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 This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needs to be observed and checked by doing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some customer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survey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and finding out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the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reasons.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66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797" y="777695"/>
            <a:ext cx="5878532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How to reduce Customer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C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hurn</a:t>
            </a:r>
            <a:endParaRPr lang="en-IN"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228" y="2697480"/>
            <a:ext cx="580210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Be proactive with communication.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Offer incentives.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Promote long term plans.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Ask for feedback often.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Analyze churn when it happens.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Lean into your best customers.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573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17847" y="2427839"/>
            <a:ext cx="6519734" cy="116955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0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THANK YOU!</a:t>
            </a:r>
            <a:endParaRPr lang="en-US" sz="7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448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3250</TotalTime>
  <Words>656</Words>
  <Application>Microsoft Office PowerPoint</Application>
  <PresentationFormat>Widescreen</PresentationFormat>
  <Paragraphs>65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Verdana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deept</dc:creator>
  <cp:lastModifiedBy>deept</cp:lastModifiedBy>
  <cp:revision>27</cp:revision>
  <dcterms:created xsi:type="dcterms:W3CDTF">2021-12-01T10:12:45Z</dcterms:created>
  <dcterms:modified xsi:type="dcterms:W3CDTF">2021-12-03T16:23:36Z</dcterms:modified>
</cp:coreProperties>
</file>